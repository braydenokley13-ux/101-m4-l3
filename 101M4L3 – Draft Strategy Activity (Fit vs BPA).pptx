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Old Standard TT"/>
      <p:regular r:id="rId19"/>
      <p:bold r:id="rId20"/>
      <p: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ldStandardT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901fb190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901fb190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901fb190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901fb190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901fb190c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901fb190c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901fb190c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901fb190c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901fb190c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901fb190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901fb190c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901fb190c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901fb190c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901fb190c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901fb190c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901fb190c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901fb190c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901fb190c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901fb190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901fb190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01fb190c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901fb190c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901fb190c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901fb190c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11.xml"/><Relationship Id="rId4" Type="http://schemas.openxmlformats.org/officeDocument/2006/relationships/slide" Target="/ppt/slides/slide6.xml"/><Relationship Id="rId5" Type="http://schemas.openxmlformats.org/officeDocument/2006/relationships/slide" Target="/ppt/slides/slide13.xml"/><Relationship Id="rId6" Type="http://schemas.openxmlformats.org/officeDocument/2006/relationships/slide" Target="/ppt/slides/slide12.xml"/><Relationship Id="rId7" Type="http://schemas.openxmlformats.org/officeDocument/2006/relationships/slide" Target="/ppt/slides/slide4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10.xml"/><Relationship Id="rId4" Type="http://schemas.openxmlformats.org/officeDocument/2006/relationships/slide" Target="/ppt/slides/slide9.xml"/><Relationship Id="rId5" Type="http://schemas.openxmlformats.org/officeDocument/2006/relationships/slide" Target="/ppt/slides/slide13.xml"/><Relationship Id="rId6" Type="http://schemas.openxmlformats.org/officeDocument/2006/relationships/slide" Target="/ppt/slides/slide8.xml"/><Relationship Id="rId7" Type="http://schemas.openxmlformats.org/officeDocument/2006/relationships/slide" Target="/ppt/slides/slide4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Draft Room Challenge — Fit vs Best Player Available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41608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2070">
                <a:solidFill>
                  <a:schemeClr val="lt1"/>
                </a:solidFill>
              </a:rPr>
              <a:t>You are the GM.</a:t>
            </a:r>
            <a:endParaRPr b="1" sz="207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2070">
                <a:solidFill>
                  <a:schemeClr val="lt1"/>
                </a:solidFill>
              </a:rPr>
              <a:t>You’ll see a team, its needs, and a draft board of prospects.</a:t>
            </a:r>
            <a:endParaRPr sz="207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2070">
                <a:solidFill>
                  <a:schemeClr val="lt1"/>
                </a:solidFill>
              </a:rPr>
              <a:t>Your job:</a:t>
            </a:r>
            <a:endParaRPr sz="207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2070">
                <a:solidFill>
                  <a:schemeClr val="lt1"/>
                </a:solidFill>
              </a:rPr>
              <a:t>1️⃣ Study the team’s situation</a:t>
            </a:r>
            <a:endParaRPr sz="207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2070">
                <a:solidFill>
                  <a:schemeClr val="lt1"/>
                </a:solidFill>
              </a:rPr>
              <a:t>2️⃣ Study the prospects</a:t>
            </a:r>
            <a:endParaRPr sz="207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70">
                <a:solidFill>
                  <a:schemeClr val="lt1"/>
                </a:solidFill>
              </a:rPr>
              <a:t>3️⃣ Decide: </a:t>
            </a:r>
            <a:r>
              <a:rPr b="1" lang="en" sz="2070">
                <a:solidFill>
                  <a:schemeClr val="lt1"/>
                </a:solidFill>
              </a:rPr>
              <a:t>Draft for FIT or take the BEST PLAYER AVAILABLE?</a:t>
            </a:r>
            <a:endParaRPr sz="325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Team: NBA – The Metro City Meteors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en" sz="1152"/>
              <a:t>Last Season:</a:t>
            </a:r>
            <a:r>
              <a:rPr lang="en" sz="1152"/>
              <a:t> 46–36, lost in the 2nd round</a:t>
            </a:r>
            <a:br>
              <a:rPr lang="en" sz="1152"/>
            </a:br>
            <a:r>
              <a:rPr lang="en" sz="1152"/>
              <a:t> </a:t>
            </a:r>
            <a:r>
              <a:rPr b="1" lang="en" sz="1152"/>
              <a:t>Franchise Star:</a:t>
            </a:r>
            <a:r>
              <a:rPr lang="en" sz="1152"/>
              <a:t> 27-year-old All-Star scoring guard</a:t>
            </a:r>
            <a:br>
              <a:rPr lang="en" sz="1152"/>
            </a:br>
            <a:r>
              <a:rPr lang="en" sz="1152"/>
              <a:t> </a:t>
            </a:r>
            <a:r>
              <a:rPr b="1" lang="en" sz="1152"/>
              <a:t>Draft Pick:</a:t>
            </a:r>
            <a:r>
              <a:rPr lang="en" sz="1152"/>
              <a:t> #18 in the 1st round</a:t>
            </a:r>
            <a:endParaRPr sz="115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en" sz="1152"/>
              <a:t>Current Strengths:</a:t>
            </a:r>
            <a:br>
              <a:rPr b="1" lang="en" sz="1152"/>
            </a:br>
            <a:r>
              <a:rPr lang="en" sz="1152"/>
              <a:t> • Elite on-ball creator (your star)</a:t>
            </a:r>
            <a:br>
              <a:rPr lang="en" sz="1152"/>
            </a:br>
            <a:r>
              <a:rPr lang="en" sz="1152"/>
              <a:t> • Solid pick-and-roll offense</a:t>
            </a:r>
            <a:br>
              <a:rPr lang="en" sz="1152"/>
            </a:br>
            <a:r>
              <a:rPr lang="en" sz="1152"/>
              <a:t> • Decent floor spacing</a:t>
            </a:r>
            <a:endParaRPr sz="115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en" sz="1152"/>
              <a:t>Current Weaknesses:</a:t>
            </a:r>
            <a:br>
              <a:rPr b="1" lang="en" sz="1152"/>
            </a:br>
            <a:r>
              <a:rPr lang="en" sz="1152"/>
              <a:t> • Defense on the wing</a:t>
            </a:r>
            <a:br>
              <a:rPr lang="en" sz="1152"/>
            </a:br>
            <a:r>
              <a:rPr lang="en" sz="1152"/>
              <a:t> • Rim protection</a:t>
            </a:r>
            <a:br>
              <a:rPr lang="en" sz="1152"/>
            </a:br>
            <a:r>
              <a:rPr lang="en" sz="1152"/>
              <a:t> • Rebounding</a:t>
            </a:r>
            <a:endParaRPr sz="115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en" sz="1152"/>
              <a:t>Timeline:</a:t>
            </a:r>
            <a:br>
              <a:rPr b="1" lang="en" sz="1152"/>
            </a:br>
            <a:r>
              <a:rPr lang="en" sz="1152"/>
              <a:t> • You are trying to </a:t>
            </a:r>
            <a:r>
              <a:rPr b="1" lang="en" sz="1152"/>
              <a:t>win in the next 2–3 years</a:t>
            </a:r>
            <a:r>
              <a:rPr lang="en" sz="1152"/>
              <a:t>, not rebuild.</a:t>
            </a:r>
            <a:endParaRPr sz="115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en" sz="1152"/>
              <a:t>Key Question:</a:t>
            </a:r>
            <a:br>
              <a:rPr b="1" lang="en" sz="1152"/>
            </a:br>
            <a:r>
              <a:rPr lang="en" sz="1152"/>
              <a:t> At pick #18, should you:</a:t>
            </a:r>
            <a:br>
              <a:rPr lang="en" sz="1152"/>
            </a:br>
            <a:r>
              <a:rPr lang="en" sz="1152"/>
              <a:t> • draft the </a:t>
            </a:r>
            <a:r>
              <a:rPr b="1" lang="en" sz="1152"/>
              <a:t>best offensive talent left</a:t>
            </a:r>
            <a:r>
              <a:rPr lang="en" sz="1152"/>
              <a:t>, or</a:t>
            </a:r>
            <a:br>
              <a:rPr lang="en" sz="1152"/>
            </a:br>
            <a:r>
              <a:rPr lang="en" sz="1152"/>
              <a:t> • draft the </a:t>
            </a:r>
            <a:r>
              <a:rPr b="1" lang="en" sz="1152"/>
              <a:t>best defender / role player who fits your star?</a:t>
            </a:r>
            <a:endParaRPr b="1" sz="115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69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5285675" y="3618700"/>
            <a:ext cx="3323100" cy="89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267650" y="3609850"/>
            <a:ext cx="3323100" cy="89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285675" y="1371600"/>
            <a:ext cx="3323100" cy="89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NBA Draft Board — Prospects at Pick #18</a:t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368000" y="1371600"/>
            <a:ext cx="3323100" cy="89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67650" y="1432800"/>
            <a:ext cx="3523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6'4 combo guard</a:t>
            </a:r>
            <a:br>
              <a:rPr lang="en"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b="1" lang="en" sz="19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action="ppaction://hlinksldjump" r:id="rId3"/>
              </a:rPr>
              <a:t>Learn More!</a:t>
            </a:r>
            <a:endParaRPr sz="19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285675" y="1371600"/>
            <a:ext cx="3323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3&amp;D Wing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action="ppaction://hlinksldjump" r:id="rId4"/>
              </a:rPr>
              <a:t>Learn More!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5921307" y="3679898"/>
            <a:ext cx="300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Raw Rim Protector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action="ppaction://hlinksldjump" r:id="rId5"/>
              </a:rPr>
              <a:t>Learn More!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29550" y="3671050"/>
            <a:ext cx="300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Connector Forward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action="ppaction://hlinksldjump" r:id="rId6"/>
              </a:rPr>
              <a:t>Learn More!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090850" y="2520200"/>
            <a:ext cx="49623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Once Finished, </a:t>
            </a:r>
            <a:r>
              <a:rPr lang="en" sz="18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action="ppaction://hlinksldjump" r:id="rId7"/>
              </a:rPr>
              <a:t>Start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Your NFL Journey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Team: NFL – The Bay City Hawks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980175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335"/>
              <a:t>Last Season:</a:t>
            </a:r>
            <a:r>
              <a:rPr lang="en" sz="1335"/>
              <a:t> 10–7, lost in Divisional Round</a:t>
            </a:r>
            <a:br>
              <a:rPr lang="en" sz="1335"/>
            </a:br>
            <a:r>
              <a:rPr lang="en" sz="1335"/>
              <a:t> </a:t>
            </a:r>
            <a:r>
              <a:rPr b="1" lang="en" sz="1335"/>
              <a:t>Franchise Star:</a:t>
            </a:r>
            <a:r>
              <a:rPr lang="en" sz="1335"/>
              <a:t> 25-year-old top-10 quarterback</a:t>
            </a:r>
            <a:br>
              <a:rPr lang="en" sz="1335"/>
            </a:br>
            <a:r>
              <a:rPr lang="en" sz="1335"/>
              <a:t> </a:t>
            </a:r>
            <a:r>
              <a:rPr b="1" lang="en" sz="1335"/>
              <a:t>Draft Pick:</a:t>
            </a:r>
            <a:r>
              <a:rPr lang="en" sz="1335"/>
              <a:t> #21 in the 1st round</a:t>
            </a:r>
            <a:endParaRPr sz="133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335"/>
              <a:t>Current Strengths:</a:t>
            </a:r>
            <a:br>
              <a:rPr b="1" lang="en" sz="1335"/>
            </a:br>
            <a:r>
              <a:rPr lang="en" sz="1335"/>
              <a:t> • Passing game</a:t>
            </a:r>
            <a:br>
              <a:rPr lang="en" sz="1335"/>
            </a:br>
            <a:r>
              <a:rPr lang="en" sz="1335"/>
              <a:t> • QB + WR1 connection</a:t>
            </a:r>
            <a:br>
              <a:rPr lang="en" sz="1335"/>
            </a:br>
            <a:r>
              <a:rPr lang="en" sz="1335"/>
              <a:t> • Solid offensive scheme</a:t>
            </a:r>
            <a:endParaRPr sz="133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335"/>
              <a:t>Current Weaknesses:</a:t>
            </a:r>
            <a:br>
              <a:rPr b="1" lang="en" sz="1335"/>
            </a:br>
            <a:r>
              <a:rPr lang="en" sz="1335"/>
              <a:t> • Offensive line depth</a:t>
            </a:r>
            <a:br>
              <a:rPr lang="en" sz="1335"/>
            </a:br>
            <a:r>
              <a:rPr lang="en" sz="1335"/>
              <a:t> • Run defense</a:t>
            </a:r>
            <a:br>
              <a:rPr lang="en" sz="1335"/>
            </a:br>
            <a:r>
              <a:rPr lang="en" sz="1335"/>
              <a:t> • Secondary is aging</a:t>
            </a:r>
            <a:endParaRPr sz="133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335"/>
              <a:t>Timeline:</a:t>
            </a:r>
            <a:br>
              <a:rPr b="1" lang="en" sz="1335"/>
            </a:br>
            <a:r>
              <a:rPr lang="en" sz="1335"/>
              <a:t> • You are in a </a:t>
            </a:r>
            <a:r>
              <a:rPr b="1" lang="en" sz="1335"/>
              <a:t>win-now window with your QB on a big contract.</a:t>
            </a:r>
            <a:endParaRPr b="1" sz="133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335"/>
              <a:t>Key Question:</a:t>
            </a:r>
            <a:br>
              <a:rPr b="1" lang="en" sz="1335"/>
            </a:br>
            <a:r>
              <a:rPr lang="en" sz="1335"/>
              <a:t> Do you protect your QB / defense with a “fit” player,</a:t>
            </a:r>
            <a:br>
              <a:rPr lang="en" sz="1335"/>
            </a:br>
            <a:r>
              <a:rPr lang="en" sz="1335"/>
              <a:t> or grab the “best talent” on the board even if the fit is weird?</a:t>
            </a:r>
            <a:endParaRPr sz="133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929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5285675" y="3618700"/>
            <a:ext cx="3323100" cy="89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267650" y="3609850"/>
            <a:ext cx="3323100" cy="89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285675" y="1371600"/>
            <a:ext cx="3323100" cy="89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NFL Draft Board — Prospects </a:t>
            </a:r>
            <a:r>
              <a:rPr lang="en"/>
              <a:t>at Pick #21</a:t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368000" y="1371600"/>
            <a:ext cx="3323100" cy="89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267650" y="1432800"/>
            <a:ext cx="3523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Elite WR2</a:t>
            </a:r>
            <a:br>
              <a:rPr lang="en"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r>
              <a:rPr b="1" lang="en" sz="19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action="ppaction://hlinksldjump" r:id="rId3"/>
              </a:rPr>
              <a:t>Learn More!</a:t>
            </a:r>
            <a:endParaRPr sz="19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5285675" y="1371600"/>
            <a:ext cx="3323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OT — Pass Protector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action="ppaction://hlinksldjump" r:id="rId4"/>
              </a:rPr>
              <a:t>Learn More!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5921307" y="3679898"/>
            <a:ext cx="300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Ball-Hawk CB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action="ppaction://hlinksldjump" r:id="rId5"/>
              </a:rPr>
              <a:t>Learn More!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529550" y="3671050"/>
            <a:ext cx="300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ld Standard TT"/>
                <a:ea typeface="Old Standard TT"/>
                <a:cs typeface="Old Standard TT"/>
                <a:sym typeface="Old Standard TT"/>
              </a:rPr>
              <a:t>Run-Stuffing DT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action="ppaction://hlinksldjump" r:id="rId6"/>
              </a:rPr>
              <a:t>Learn More!</a:t>
            </a:r>
            <a:endParaRPr sz="19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2090850" y="2520200"/>
            <a:ext cx="49623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Once Finished, </a:t>
            </a:r>
            <a:r>
              <a:rPr lang="en" sz="1800" u="sng">
                <a:solidFill>
                  <a:schemeClr val="hlink"/>
                </a:solidFill>
                <a:latin typeface="Old Standard TT"/>
                <a:ea typeface="Old Standard TT"/>
                <a:cs typeface="Old Standard TT"/>
                <a:sym typeface="Old Standard TT"/>
                <a:hlinkClick action="ppaction://hlinksldjump" r:id="rId7"/>
              </a:rPr>
              <a:t>Start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Your NFL Journey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3&amp;D Wing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6'7 wing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Strengths:</a:t>
            </a:r>
            <a:r>
              <a:rPr lang="en"/>
              <a:t> Good spot-up shooter, strong defender, can guard 2–4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Weaknesses:</a:t>
            </a:r>
            <a:r>
              <a:rPr lang="en"/>
              <a:t> Not a great self-creator, limited handle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Projection:</a:t>
            </a:r>
            <a:r>
              <a:rPr lang="en"/>
              <a:t> High chance to become a </a:t>
            </a:r>
            <a:r>
              <a:rPr b="1" lang="en"/>
              <a:t>reliable starter / top 6–7 rotation player</a:t>
            </a:r>
            <a:br>
              <a:rPr b="1" lang="en"/>
            </a:b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Risk:</a:t>
            </a:r>
            <a:r>
              <a:rPr lang="en"/>
              <a:t> Ceiling might be capped — may never be more than a role player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Ball Hawk CB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Cornerback with great ball skills</a:t>
            </a:r>
            <a:br>
              <a:rPr lang="en" sz="1900"/>
            </a:b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/>
              <a:t>Strengths:</a:t>
            </a:r>
            <a:r>
              <a:rPr lang="en" sz="1900"/>
              <a:t> Picks, instincts, closing speed</a:t>
            </a:r>
            <a:br>
              <a:rPr lang="en" sz="1900"/>
            </a:b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/>
              <a:t>Weaknesses:</a:t>
            </a:r>
            <a:r>
              <a:rPr lang="en" sz="1900"/>
              <a:t> Can get beat deep, gambles</a:t>
            </a:r>
            <a:br>
              <a:rPr lang="en" sz="1900"/>
            </a:b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/>
              <a:t>Fit:</a:t>
            </a:r>
            <a:r>
              <a:rPr lang="en" sz="1900"/>
              <a:t> Helps an aging secondary, can swing games</a:t>
            </a:r>
            <a:br>
              <a:rPr lang="en" sz="1900"/>
            </a:b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/>
              <a:t>Risk:</a:t>
            </a:r>
            <a:r>
              <a:rPr lang="en" sz="1900"/>
              <a:t> Boom-or-bust outcomes depending on discipline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Run-Stuffing DT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Interior defensive lineman</a:t>
            </a:r>
            <a:br>
              <a:rPr lang="en" sz="1900"/>
            </a:b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/>
              <a:t>Strengths:</a:t>
            </a:r>
            <a:r>
              <a:rPr lang="en" sz="1900"/>
              <a:t> Run defense, occupies double teams</a:t>
            </a:r>
            <a:br>
              <a:rPr lang="en" sz="1900"/>
            </a:b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/>
              <a:t>Weaknesses:</a:t>
            </a:r>
            <a:r>
              <a:rPr lang="en" sz="1900"/>
              <a:t> Limited pass rush</a:t>
            </a:r>
            <a:br>
              <a:rPr lang="en" sz="1900"/>
            </a:b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/>
              <a:t>Fit:</a:t>
            </a:r>
            <a:r>
              <a:rPr lang="en" sz="1900"/>
              <a:t> Fixes one of your biggest weaknesses on defense</a:t>
            </a:r>
            <a:br>
              <a:rPr lang="en" sz="1900"/>
            </a:b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/>
              <a:t>Risk:</a:t>
            </a:r>
            <a:r>
              <a:rPr lang="en" sz="1900"/>
              <a:t> Might not be on the field in obvious passing downs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OT– Elite Pass Protector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Old Standard TT"/>
              <a:buChar char="●"/>
            </a:pPr>
            <a:r>
              <a:rPr lang="en" sz="1900"/>
              <a:t>Athletic offensive tackle</a:t>
            </a:r>
            <a:br>
              <a:rPr lang="en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" sz="1900"/>
              <a:t>Strengths:</a:t>
            </a:r>
            <a:r>
              <a:rPr lang="en" sz="1900"/>
              <a:t> Pass protection, movement skills, can handle speed rushers</a:t>
            </a:r>
            <a:br>
              <a:rPr lang="en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" sz="1900"/>
              <a:t>Weaknesses:</a:t>
            </a:r>
            <a:r>
              <a:rPr lang="en" sz="1900"/>
              <a:t> Needs strength in run game</a:t>
            </a:r>
            <a:br>
              <a:rPr lang="en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" sz="1900"/>
              <a:t>Fit:</a:t>
            </a:r>
            <a:r>
              <a:rPr lang="en" sz="1900"/>
              <a:t> Directly protects your franchise QB</a:t>
            </a:r>
            <a:br>
              <a:rPr lang="en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" sz="1900"/>
              <a:t>Risk:</a:t>
            </a:r>
            <a:r>
              <a:rPr lang="en" sz="1900"/>
              <a:t> Run game might still struggle</a:t>
            </a:r>
            <a:br>
              <a:rPr lang="en" sz="1900"/>
            </a:b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Elite WR2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Old Standard TT"/>
              <a:buChar char="●"/>
            </a:pPr>
            <a:r>
              <a:rPr lang="en" sz="1900"/>
              <a:t>Explosive WR with big-play ability</a:t>
            </a:r>
            <a:br>
              <a:rPr lang="en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" sz="1900"/>
              <a:t>Strengths:</a:t>
            </a:r>
            <a:r>
              <a:rPr lang="en" sz="1900"/>
              <a:t> Route running, separation, deep threat</a:t>
            </a:r>
            <a:br>
              <a:rPr lang="en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" sz="1900"/>
              <a:t>Weaknesses:</a:t>
            </a:r>
            <a:r>
              <a:rPr lang="en" sz="1900"/>
              <a:t> Thin frame, average blocker</a:t>
            </a:r>
            <a:br>
              <a:rPr lang="en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" sz="1900"/>
              <a:t>Fit:</a:t>
            </a:r>
            <a:r>
              <a:rPr lang="en" sz="1900"/>
              <a:t> Gives your QB another weapon — offense could be scary</a:t>
            </a:r>
            <a:br>
              <a:rPr lang="en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" sz="1900"/>
              <a:t>Risk:</a:t>
            </a:r>
            <a:r>
              <a:rPr lang="en" sz="1900"/>
              <a:t> Doesn’t fix O-line or defense issues</a:t>
            </a:r>
            <a:br>
              <a:rPr lang="en" sz="1900"/>
            </a:b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6’4 Combo Guard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Strengths:</a:t>
            </a:r>
            <a:r>
              <a:rPr lang="en" sz="2000"/>
              <a:t> Three-level scorer, great in pick-and-roll, can create his own shot</a:t>
            </a:r>
            <a:br>
              <a:rPr lang="en" sz="2000"/>
            </a:b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Weaknesses:</a:t>
            </a:r>
            <a:r>
              <a:rPr lang="en" sz="2000"/>
              <a:t> Average defender, smaller frame, not a natural passer</a:t>
            </a:r>
            <a:br>
              <a:rPr lang="en" sz="2000"/>
            </a:b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Projection:</a:t>
            </a:r>
            <a:r>
              <a:rPr lang="en" sz="2000"/>
              <a:t> Could become a </a:t>
            </a:r>
            <a:r>
              <a:rPr b="1" lang="en" sz="2000"/>
              <a:t>#2 scoring option</a:t>
            </a:r>
            <a:r>
              <a:rPr lang="en" sz="2000"/>
              <a:t> if development goes well</a:t>
            </a:r>
            <a:br>
              <a:rPr lang="en" sz="2000"/>
            </a:b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Risk:</a:t>
            </a:r>
            <a:r>
              <a:rPr lang="en" sz="2000"/>
              <a:t> If the scoring doesn’t translate, might just be a bench microwave</a:t>
            </a:r>
            <a:endParaRPr sz="2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Connector Forward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6'8 forward</a:t>
            </a:r>
            <a:br>
              <a:rPr lang="en" sz="1700"/>
            </a:b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Strengths:</a:t>
            </a:r>
            <a:r>
              <a:rPr lang="en" sz="1700"/>
              <a:t> Smart passer, good team defender, moves the ball, does small things that help stars</a:t>
            </a:r>
            <a:br>
              <a:rPr lang="en" sz="1700"/>
            </a:b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Weaknesses:</a:t>
            </a:r>
            <a:r>
              <a:rPr lang="en" sz="1700"/>
              <a:t> Just OK shooter, not super athletic, won’t carry an offense</a:t>
            </a:r>
            <a:br>
              <a:rPr lang="en" sz="1700"/>
            </a:b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Projection:</a:t>
            </a:r>
            <a:r>
              <a:rPr lang="en" sz="1700"/>
              <a:t> Could become a </a:t>
            </a:r>
            <a:r>
              <a:rPr b="1" lang="en" sz="1700"/>
              <a:t>glue starter</a:t>
            </a:r>
            <a:r>
              <a:rPr lang="en" sz="1700"/>
              <a:t> who raises a good team’s ceiling</a:t>
            </a:r>
            <a:br>
              <a:rPr lang="en" sz="1700"/>
            </a:b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Risk:</a:t>
            </a:r>
            <a:r>
              <a:rPr lang="en" sz="1700"/>
              <a:t> If the shot never fully comes around, could be just a 7th/8th man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Rim Protector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6'11 center with long wingspan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Strengths:</a:t>
            </a:r>
            <a:r>
              <a:rPr lang="en"/>
              <a:t> Shot blocking, lob threat, vertical spacer, rebounds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Weaknesses:</a:t>
            </a:r>
            <a:r>
              <a:rPr lang="en"/>
              <a:t> Very raw offense, can’t shoot, foul trouble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Projection:</a:t>
            </a:r>
            <a:r>
              <a:rPr lang="en"/>
              <a:t> If it hits, could be a </a:t>
            </a:r>
            <a:r>
              <a:rPr b="1" lang="en"/>
              <a:t>starting rim-protecting big</a:t>
            </a:r>
            <a:r>
              <a:rPr lang="en"/>
              <a:t> on a playoff team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Risk:</a:t>
            </a:r>
            <a:r>
              <a:rPr lang="en"/>
              <a:t> If feel for the game doesn’t improve, could top out as a backup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